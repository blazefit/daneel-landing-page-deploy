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18120" y="164592"/>
            <a:ext cx="3063240" cy="3063240"/>
          </a:xfrm>
          <a:prstGeom prst="ellipse">
            <a:avLst/>
          </a:prstGeom>
          <a:solidFill>
            <a:srgbClr val="4DC3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55480" y="4160520"/>
            <a:ext cx="1874519" cy="1874519"/>
          </a:xfrm>
          <a:prstGeom prst="ellipse">
            <a:avLst/>
          </a:prstGeom>
          <a:solidFill>
            <a:srgbClr val="0071E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4592" y="5440680"/>
            <a:ext cx="1051560" cy="1051560"/>
          </a:xfrm>
          <a:prstGeom prst="ellipse">
            <a:avLst/>
          </a:prstGeom>
          <a:solidFill>
            <a:srgbClr val="2455A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046720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DC3FF"/>
                </a:solidFill>
                <a:latin typeface="Aptos"/>
              </a:rPr>
              <a:t>VIDEO ADDITIONS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667512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"/>
              </a:rPr>
              <a:t>Peptides: The Simple Mental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514600"/>
            <a:ext cx="63093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900" b="0">
                <a:solidFill>
                  <a:srgbClr val="DAECFF"/>
                </a:solidFill>
                <a:latin typeface="Aptos"/>
              </a:rPr>
              <a:t>From “What is a Peptide? Explained Easy”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960120"/>
            <a:ext cx="3429000" cy="2331720"/>
          </a:xfrm>
          <a:prstGeom prst="roundRect">
            <a:avLst/>
          </a:prstGeom>
          <a:solidFill>
            <a:srgbClr val="0D2044"/>
          </a:solidFill>
          <a:ln w="12700">
            <a:solidFill>
              <a:srgbClr val="24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no-acid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1124712"/>
            <a:ext cx="3099816" cy="1581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81544" y="2798063"/>
            <a:ext cx="295351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4DC3FF"/>
                </a:solidFill>
                <a:latin typeface="Aptos"/>
              </a:rPr>
              <a:t>Short amino-acid chain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65760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858768"/>
            <a:ext cx="530352" cy="365760"/>
          </a:xfrm>
          <a:prstGeom prst="roundRect">
            <a:avLst/>
          </a:prstGeom>
          <a:solidFill>
            <a:srgbClr val="4DC3FF"/>
          </a:solidFill>
          <a:ln>
            <a:solidFill>
              <a:srgbClr val="4D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04487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849624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Core analogy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343400"/>
            <a:ext cx="28803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Peptides are short amino-acid chains that act like cellular text messages.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65760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17136" y="3858768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3904487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3849624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Teaching frame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343400"/>
            <a:ext cx="28803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Peptides signal. Proteins build. Different roles, different expectations.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3657600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19872" y="3858768"/>
            <a:ext cx="530352" cy="3657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3904487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7384" y="3849624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Safety frame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7304" y="4343400"/>
            <a:ext cx="288036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Signals need the right source, purity, timing, and context.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89320"/>
            <a:ext cx="91440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AFC8E6"/>
                </a:solidFill>
                <a:latin typeface="Aptos"/>
              </a:rPr>
              <a:t>Source video: youtu.be/sTgx5HzZfQU • Beginner-friendly framing before deeper clinic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80467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500" b="1">
                <a:solidFill>
                  <a:srgbClr val="1D1D1F"/>
                </a:solidFill>
                <a:latin typeface="Aptos"/>
              </a:rPr>
              <a:t>Peptides vs. Proteins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987552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86870"/>
                </a:solidFill>
                <a:latin typeface="Aptos"/>
              </a:rPr>
              <a:t>A simple way to explain the difference without overcomplicating the science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23774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ssage-pa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673351"/>
            <a:ext cx="2048256" cy="1124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" y="2889503"/>
            <a:ext cx="190195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Peptides = messages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508760"/>
            <a:ext cx="30175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47288" y="1709928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7015" y="1755648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700784"/>
            <a:ext cx="196596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Peptides = short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94560"/>
            <a:ext cx="2560320" cy="10058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Short chains of amino acids. Educational role: signaling — “tell this cell/pathway what to do.”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08760"/>
            <a:ext cx="237744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olded-pro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1" y="1673351"/>
            <a:ext cx="2048256" cy="11247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29983" y="2889503"/>
            <a:ext cx="190195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Proteins = larger structures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508760"/>
            <a:ext cx="2468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53728" y="1709928"/>
            <a:ext cx="530352" cy="365760"/>
          </a:xfrm>
          <a:prstGeom prst="roundRect">
            <a:avLst/>
          </a:prstGeom>
          <a:solidFill>
            <a:srgbClr val="4DC3FF"/>
          </a:solidFill>
          <a:ln>
            <a:solidFill>
              <a:srgbClr val="4D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3456" y="1755648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1700784"/>
            <a:ext cx="14173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Proteins =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94560"/>
            <a:ext cx="2011680" cy="10058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Longer amino-acid chains with structural and functional jobs — more like manuals than text messages.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1042416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300" b="1">
                <a:solidFill>
                  <a:srgbClr val="08142C"/>
                </a:solidFill>
                <a:latin typeface="Aptos"/>
              </a:rPr>
              <a:t>Clinic line: “Food gives raw materials. Peptides are signals. You still need the baseline: training, sleep, nutrition, labs.”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64008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86870"/>
                </a:solidFill>
                <a:latin typeface="Aptos"/>
              </a:rPr>
              <a:t>CrossFit Blaze • Peptides &amp; Biohacking Q&amp;A • Educational only, not medical advice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46520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68687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80467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500" b="1">
                <a:solidFill>
                  <a:srgbClr val="1D1D1F"/>
                </a:solidFill>
                <a:latin typeface="Aptos"/>
              </a:rPr>
              <a:t>The 3-M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987552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86870"/>
                </a:solidFill>
                <a:latin typeface="Aptos"/>
              </a:rPr>
              <a:t>A quick filter before discussing any peptide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44752"/>
            <a:ext cx="33375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ssage-pa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1609344"/>
            <a:ext cx="3008376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" y="2596896"/>
            <a:ext cx="286207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73552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6968" y="3474720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352044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465576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59352"/>
            <a:ext cx="28803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What signal is it sending?</a:t>
            </a:r>
            <a:br/>
            <a:r>
              <a:t>Repair? Release? Appetite? Sleep?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44752"/>
            <a:ext cx="33375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ck-key-recep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609344"/>
            <a:ext cx="3008376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18304" y="2596896"/>
            <a:ext cx="286207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Map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273552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81728" y="3474720"/>
            <a:ext cx="530352" cy="365760"/>
          </a:xfrm>
          <a:prstGeom prst="roundRect">
            <a:avLst/>
          </a:prstGeom>
          <a:solidFill>
            <a:srgbClr val="4DC3FF"/>
          </a:solidFill>
          <a:ln>
            <a:solidFill>
              <a:srgbClr val="4D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352044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465576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959352"/>
            <a:ext cx="28803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Where does the signal go?</a:t>
            </a:r>
            <a:br/>
            <a:r>
              <a:t>Which receptor/cell pathway?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1444752"/>
            <a:ext cx="33375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outcome-gau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1609344"/>
            <a:ext cx="3008376" cy="8961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13064" y="2596896"/>
            <a:ext cx="286207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Moment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3273552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76488" y="3474720"/>
            <a:ext cx="530352" cy="3657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86216" y="352044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65576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Moment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59352"/>
            <a:ext cx="288036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When should it act?</a:t>
            </a:r>
            <a:br/>
            <a:r>
              <a:t>Timing, dose, and context matter.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166360"/>
            <a:ext cx="10515600" cy="5669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08142C"/>
                </a:solidFill>
                <a:latin typeface="Aptos"/>
              </a:rPr>
              <a:t>Simple rule: if we can’t explain the Message, Map, and Moment in one sentence, we’re not ready to use or recommend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46520"/>
            <a:ext cx="64008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86870"/>
                </a:solidFill>
                <a:latin typeface="Aptos"/>
              </a:rPr>
              <a:t>CrossFit Blaze • Peptides &amp; Biohacking Q&amp;A • Educational only, not medical advice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68687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80467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ptos"/>
              </a:rPr>
              <a:t>How Peptides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987552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DC3FF"/>
                </a:solidFill>
                <a:latin typeface="Aptos"/>
              </a:rPr>
              <a:t>Conceptual mechanism — no dosing protocol implied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768"/>
            <a:ext cx="2514600" cy="1554480"/>
          </a:xfrm>
          <a:prstGeom prst="roundRect">
            <a:avLst/>
          </a:prstGeom>
          <a:solidFill>
            <a:srgbClr val="0D2044"/>
          </a:solidFill>
          <a:ln w="12700">
            <a:solidFill>
              <a:srgbClr val="24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mino-acid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737360"/>
            <a:ext cx="2185416" cy="12252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310128"/>
            <a:ext cx="25146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04088" y="3511296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3557016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02152"/>
            <a:ext cx="14630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Peptide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95928"/>
            <a:ext cx="2057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Short amino-acid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78892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4DC3FF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572768"/>
            <a:ext cx="2514600" cy="1554480"/>
          </a:xfrm>
          <a:prstGeom prst="roundRect">
            <a:avLst/>
          </a:prstGeom>
          <a:solidFill>
            <a:srgbClr val="0D2044"/>
          </a:solidFill>
          <a:ln w="12700">
            <a:solidFill>
              <a:srgbClr val="24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ck-key-recep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1737360"/>
            <a:ext cx="2185416" cy="122529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410712" y="3310128"/>
            <a:ext cx="25146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11880" y="3511296"/>
            <a:ext cx="530352" cy="365760"/>
          </a:xfrm>
          <a:prstGeom prst="roundRect">
            <a:avLst/>
          </a:prstGeom>
          <a:solidFill>
            <a:srgbClr val="4DC3FF"/>
          </a:solidFill>
          <a:ln>
            <a:solidFill>
              <a:srgbClr val="4D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3557016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2" y="3502152"/>
            <a:ext cx="14630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Receptor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9312" y="3995928"/>
            <a:ext cx="2057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Key/lock style binding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78892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4DC3FF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572768"/>
            <a:ext cx="2514600" cy="1554480"/>
          </a:xfrm>
          <a:prstGeom prst="roundRect">
            <a:avLst/>
          </a:prstGeom>
          <a:solidFill>
            <a:srgbClr val="0D2044"/>
          </a:solidFill>
          <a:ln w="12700">
            <a:solidFill>
              <a:srgbClr val="24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ignal-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737360"/>
            <a:ext cx="2185416" cy="122529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318504" y="3310128"/>
            <a:ext cx="25146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19672" y="3511296"/>
            <a:ext cx="530352" cy="3657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557016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4" y="3502152"/>
            <a:ext cx="14630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Pathway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995928"/>
            <a:ext cx="2057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Repair pathway or hormone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788920"/>
            <a:ext cx="320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400" b="1">
                <a:solidFill>
                  <a:srgbClr val="4DC3FF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26296" y="1572768"/>
            <a:ext cx="2514600" cy="1554480"/>
          </a:xfrm>
          <a:prstGeom prst="roundRect">
            <a:avLst/>
          </a:prstGeom>
          <a:solidFill>
            <a:srgbClr val="0D2044"/>
          </a:solidFill>
          <a:ln w="12700">
            <a:solidFill>
              <a:srgbClr val="245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utcome-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1737360"/>
            <a:ext cx="2185416" cy="1225295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226296" y="3310128"/>
            <a:ext cx="25146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27464" y="3511296"/>
            <a:ext cx="530352" cy="365760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37192" y="3557016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3502152"/>
            <a:ext cx="14630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Outcome 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54896" y="3995928"/>
            <a:ext cx="2057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Depends on labs, timing, health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257800"/>
            <a:ext cx="10332720" cy="43891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Important: More signal is not automatically better. Too much, too long, or poorly timed can become noise.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46520"/>
            <a:ext cx="64008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AFC8E6"/>
                </a:solidFill>
                <a:latin typeface="Aptos"/>
              </a:rPr>
              <a:t>CrossFit Blaze • Peptides &amp; Biohacking Q&amp;A • Educational only, not medical advice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AFC8E6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80467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500" b="1">
                <a:solidFill>
                  <a:srgbClr val="1D1D1F"/>
                </a:solidFill>
                <a:latin typeface="Aptos"/>
              </a:rPr>
              <a:t>Quality + Safety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987552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86870"/>
                </a:solidFill>
                <a:latin typeface="Aptos"/>
              </a:rPr>
              <a:t>Good clinic discussion should slow people down, not hype them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17320"/>
            <a:ext cx="3429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fety-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581912"/>
            <a:ext cx="3099816" cy="987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2660904"/>
            <a:ext cx="295351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Safety checklist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417320"/>
            <a:ext cx="3429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ab-scree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1581912"/>
            <a:ext cx="3099816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08576" y="2660904"/>
            <a:ext cx="295351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Labs before protocols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417320"/>
            <a:ext cx="34290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lp-metabol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581912"/>
            <a:ext cx="3099816" cy="987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1040" y="2660904"/>
            <a:ext cx="295351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Context changes the answer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429000"/>
            <a:ext cx="34290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" y="3630168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675887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3621024"/>
            <a:ext cx="23774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Source &amp; purity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114800"/>
            <a:ext cx="2971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Purity, storage, handling, heat, light, and contamination can degrade the message.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3429000"/>
            <a:ext cx="34290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0" y="3630168"/>
            <a:ext cx="530352" cy="365760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1728" y="3675887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3621024"/>
            <a:ext cx="23774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Regulatory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4114800"/>
            <a:ext cx="2971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Rules vary by country, sport, and compound. Many peptides are not approved medicines.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83296" y="3429000"/>
            <a:ext cx="34290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84464" y="3630168"/>
            <a:ext cx="530352" cy="3657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3675887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1976" y="3621024"/>
            <a:ext cx="23774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Professional oversight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4114800"/>
            <a:ext cx="2971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Use labs, history, medications, contraindications, and qualified guidance.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166360"/>
            <a:ext cx="10515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100" b="1">
                <a:solidFill>
                  <a:srgbClr val="DC2626"/>
                </a:solidFill>
                <a:latin typeface="Aptos"/>
              </a:rPr>
              <a:t>Keep disclaimer visible: “Educational only — not medical advice. Individual assessment required.”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46520"/>
            <a:ext cx="64008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86870"/>
                </a:solidFill>
                <a:latin typeface="Aptos"/>
              </a:rPr>
              <a:t>CrossFit Blaze • Peptides &amp; Biohacking Q&amp;A • Educational only, not medical advice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68687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80467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500" b="1">
                <a:solidFill>
                  <a:srgbClr val="1D1D1F"/>
                </a:solidFill>
                <a:latin typeface="Aptos"/>
              </a:rPr>
              <a:t>Slide Edits to Add to the Main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9875520" cy="3474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86870"/>
                </a:solidFill>
                <a:latin typeface="Aptos"/>
              </a:rPr>
              <a:t>Use these as inserts or speaker talking 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58200" y="1371600"/>
            <a:ext cx="2834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ssue-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792" y="1536192"/>
            <a:ext cx="2505456" cy="139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95944" y="3026664"/>
            <a:ext cx="235915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Healing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3730752"/>
            <a:ext cx="2834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gnal-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2" y="3895344"/>
            <a:ext cx="2505456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95944" y="5202936"/>
            <a:ext cx="2359152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1">
                <a:solidFill>
                  <a:srgbClr val="686870"/>
                </a:solidFill>
                <a:latin typeface="Aptos"/>
              </a:rPr>
              <a:t>Stacked signals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353312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9536" y="1554480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160020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7048" y="1545336"/>
            <a:ext cx="2441448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Add before peptide 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039112"/>
            <a:ext cx="3035808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Define peptides as cellular text messages; compare peptides vs. proteins.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1353312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54296" y="1554480"/>
            <a:ext cx="530352" cy="365760"/>
          </a:xfrm>
          <a:prstGeom prst="roundRect">
            <a:avLst/>
          </a:prstGeom>
          <a:solidFill>
            <a:srgbClr val="4DC3FF"/>
          </a:solidFill>
          <a:ln>
            <a:solidFill>
              <a:srgbClr val="4D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4024" y="160020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1545336"/>
            <a:ext cx="2441448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Add framework slide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039112"/>
            <a:ext cx="3035808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Use the 3-M Model: Message, Map, Moment.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862072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" y="3063240"/>
            <a:ext cx="530352" cy="3657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310896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7048" y="3054096"/>
            <a:ext cx="2441448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Edit safety slide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547872"/>
            <a:ext cx="3035808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Add: dose/timing matter; more is not better.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3128" y="2862072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54296" y="3063240"/>
            <a:ext cx="530352" cy="365760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4024" y="3108960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21808" y="3054096"/>
            <a:ext cx="2441448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Edit labs section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3547872"/>
            <a:ext cx="3035808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Tie labs to “Moment” — right signal, right person, right time.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370831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9536" y="4571999"/>
            <a:ext cx="530352" cy="365760"/>
          </a:xfrm>
          <a:prstGeom prst="roundRect">
            <a:avLst/>
          </a:prstGeom>
          <a:solidFill>
            <a:srgbClr val="0071E3"/>
          </a:solidFill>
          <a:ln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9264" y="4617719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7048" y="4562855"/>
            <a:ext cx="2441448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Add quality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5056631"/>
            <a:ext cx="3035808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Source, purity, storage, heat/light/contamination affect peptide integrity.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53128" y="4370831"/>
            <a:ext cx="349300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654296" y="4571999"/>
            <a:ext cx="530352" cy="3657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64024" y="4617719"/>
            <a:ext cx="310896" cy="2011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21808" y="4562855"/>
            <a:ext cx="2441448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D1D1F"/>
                </a:solidFill>
                <a:latin typeface="Aptos"/>
              </a:rPr>
              <a:t>Add closing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1728" y="5056631"/>
            <a:ext cx="3035808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686870"/>
                </a:solidFill>
                <a:latin typeface="Aptos"/>
              </a:rPr>
              <a:t>Ask: can we explain the peptide in one clear sentence before considering it?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446520"/>
            <a:ext cx="640080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>
                <a:solidFill>
                  <a:srgbClr val="686870"/>
                </a:solidFill>
                <a:latin typeface="Aptos"/>
              </a:rPr>
              <a:t>CrossFit Blaze • Peptides &amp; Biohacking Q&amp;A • Educational only, not medical advice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46520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>
                <a:solidFill>
                  <a:srgbClr val="68687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