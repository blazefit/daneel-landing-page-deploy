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18120" y="164592"/>
            <a:ext cx="3063240" cy="3063240"/>
          </a:xfrm>
          <a:prstGeom prst="ellipse">
            <a:avLst/>
          </a:prstGeom>
          <a:solidFill>
            <a:srgbClr val="4DC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55480" y="4160520"/>
            <a:ext cx="1874519" cy="1874519"/>
          </a:xfrm>
          <a:prstGeom prst="ellipse">
            <a:avLst/>
          </a:prstGeom>
          <a:solidFill>
            <a:srgbClr val="0071E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440680"/>
            <a:ext cx="1051560" cy="1051560"/>
          </a:xfrm>
          <a:prstGeom prst="ellipse">
            <a:avLst/>
          </a:prstGeom>
          <a:solidFill>
            <a:srgbClr val="2455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8046720" cy="38404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4DC3FF"/>
                </a:solidFill>
                <a:latin typeface="Aptos"/>
              </a:rPr>
              <a:t>VIDEO ADDITIONS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8046720" cy="10972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Peptides: The Simple Mental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514600"/>
            <a:ext cx="6858000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DAECFF"/>
                </a:solidFill>
                <a:latin typeface="Aptos"/>
              </a:rPr>
              <a:t>From “What is a Peptide? Explained Easy”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65760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858768"/>
            <a:ext cx="530352" cy="365760"/>
          </a:xfrm>
          <a:prstGeom prst="roundRect">
            <a:avLst/>
          </a:prstGeom>
          <a:solidFill>
            <a:srgbClr val="4DC3FF"/>
          </a:solidFill>
          <a:ln>
            <a:solidFill>
              <a:srgbClr val="4D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904487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3849624"/>
            <a:ext cx="22860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Core 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43400"/>
            <a:ext cx="288036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Peptides are short amino-acid chains that act like cellular text messages.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65760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7136" y="3858768"/>
            <a:ext cx="530352" cy="365760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3904487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3849624"/>
            <a:ext cx="22860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Teaching 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343400"/>
            <a:ext cx="288036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Peptides signal. Proteins build. Different roles, different expectations.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18704" y="365760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19872" y="3858768"/>
            <a:ext cx="530352" cy="36576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904487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7384" y="3849624"/>
            <a:ext cx="22860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Safety frame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4343400"/>
            <a:ext cx="288036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Signals need the right source, purity, timing, and context.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91440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AFC8E6"/>
                </a:solidFill>
                <a:latin typeface="Aptos"/>
              </a:rPr>
              <a:t>Source video: youtu.be/sTgx5HzZfQU • Use as beginner-friendly framing before deeper clinic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686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3600" b="1">
                <a:solidFill>
                  <a:srgbClr val="1D1D1F"/>
                </a:solidFill>
                <a:latin typeface="Aptos"/>
              </a:rPr>
              <a:t>Peptides vs. Proteins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9875520" cy="32918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86870"/>
                </a:solidFill>
                <a:latin typeface="Aptos"/>
              </a:rPr>
              <a:t>A simple way to explain the difference without overcomplicating the science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91640"/>
            <a:ext cx="52578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" y="1892808"/>
            <a:ext cx="530352" cy="365760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93852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883664"/>
            <a:ext cx="42062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Peptides = short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77440"/>
            <a:ext cx="4800600" cy="2377439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Short chains of amino acids. Their main educational role: signaling — “tell this cell/pathway what to do.”</a:t>
            </a:r>
            <a:br/>
            <a:br/>
            <a:r>
              <a:t>Examples of message categories: repair, hunger regulation, energy balance, sleep rhythm, growth signaling.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91640"/>
            <a:ext cx="52578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1892808"/>
            <a:ext cx="530352" cy="365760"/>
          </a:xfrm>
          <a:prstGeom prst="roundRect">
            <a:avLst/>
          </a:prstGeom>
          <a:solidFill>
            <a:srgbClr val="4DC3FF"/>
          </a:solidFill>
          <a:ln>
            <a:solidFill>
              <a:srgbClr val="4D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3852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1464" y="1883664"/>
            <a:ext cx="42062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Proteins = longer structures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2377440"/>
            <a:ext cx="4800600" cy="2377439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Longer amino-acid chains with structural and functional jobs. Think “books/manuals” vs. short texts.</a:t>
            </a:r>
            <a:br/>
            <a:br/>
            <a:r>
              <a:t>Protein powder provides building blocks; peptides act more like instructions.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424160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08142C"/>
                </a:solidFill>
                <a:latin typeface="Aptos"/>
              </a:rPr>
              <a:t>Clinic line: “Food gives raw materials. Peptides are signals. You still need the baseline: training, sleep, nutrition, labs.”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86870"/>
                </a:solidFill>
                <a:latin typeface="Aptos"/>
              </a:rPr>
              <a:t>CrossFit Blaze • Peptides &amp; Biohacking Q&amp;A • Educational only, not medical advice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868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686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3600" b="1">
                <a:solidFill>
                  <a:srgbClr val="1D1D1F"/>
                </a:solidFill>
                <a:latin typeface="Aptos"/>
              </a:rPr>
              <a:t>The 3-M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9875520" cy="32918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86870"/>
                </a:solidFill>
                <a:latin typeface="Aptos"/>
              </a:rPr>
              <a:t>A quick filter before discussing any peptide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337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1892808"/>
            <a:ext cx="530352" cy="365760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93852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83664"/>
            <a:ext cx="22860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880360" cy="1600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What signal is it sending?</a:t>
            </a:r>
            <a:br/>
            <a:r>
              <a:t>Repair? Release? Appetite? Sleep?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91640"/>
            <a:ext cx="3337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81728" y="1892808"/>
            <a:ext cx="530352" cy="365760"/>
          </a:xfrm>
          <a:prstGeom prst="roundRect">
            <a:avLst/>
          </a:prstGeom>
          <a:solidFill>
            <a:srgbClr val="4DC3FF"/>
          </a:solidFill>
          <a:ln>
            <a:solidFill>
              <a:srgbClr val="4D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1456" y="193852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883664"/>
            <a:ext cx="22860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77440"/>
            <a:ext cx="2880360" cy="1600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Where does the signal go?</a:t>
            </a:r>
            <a:br/>
            <a:r>
              <a:t>Which receptor/cell pathway?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91640"/>
            <a:ext cx="3337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76488" y="1892808"/>
            <a:ext cx="530352" cy="36576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193852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883664"/>
            <a:ext cx="22860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77440"/>
            <a:ext cx="2880360" cy="1600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When should it act?</a:t>
            </a:r>
            <a:br/>
            <a:r>
              <a:t>Timing, dose, and context matter.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10515600" cy="640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08142C"/>
                </a:solidFill>
                <a:latin typeface="Aptos"/>
              </a:rPr>
              <a:t>Simple rule: if we can’t explain the Message, Map, and Moment in one sentence, we’re not ready to use or recommend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86870"/>
                </a:solidFill>
                <a:latin typeface="Aptos"/>
              </a:rPr>
              <a:t>CrossFit Blaze • Peptides &amp; Biohacking Q&amp;A • Educational only, not medical advice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868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686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How Peptides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9875520" cy="32918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DC3FF"/>
                </a:solidFill>
                <a:latin typeface="Aptos"/>
              </a:rPr>
              <a:t>Conceptual mechanism — no dosing protocol implied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2423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2258568"/>
            <a:ext cx="530352" cy="365760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230428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49424"/>
            <a:ext cx="13716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Peptide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965960" cy="10972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Short amino-acid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4" y="2816352"/>
            <a:ext cx="41148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4DC3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057400"/>
            <a:ext cx="2423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39896" y="2258568"/>
            <a:ext cx="530352" cy="365760"/>
          </a:xfrm>
          <a:prstGeom prst="roundRect">
            <a:avLst/>
          </a:prstGeom>
          <a:solidFill>
            <a:srgbClr val="4DC3FF"/>
          </a:solidFill>
          <a:ln>
            <a:solidFill>
              <a:srgbClr val="4D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9624" y="230428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249424"/>
            <a:ext cx="13716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Receptor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743200"/>
            <a:ext cx="1965960" cy="10972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Key/lock style binding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2" y="2816352"/>
            <a:ext cx="41148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4DC3F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1656" y="2057400"/>
            <a:ext cx="2423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92824" y="2258568"/>
            <a:ext cx="530352" cy="36576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230428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336" y="2249424"/>
            <a:ext cx="13716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Pathway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2743200"/>
            <a:ext cx="1965960" cy="10972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Repair pathway or hormone 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816352"/>
            <a:ext cx="41148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4DC3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4584" y="2057400"/>
            <a:ext cx="2423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45752" y="2258568"/>
            <a:ext cx="530352" cy="3657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230428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263" y="2249424"/>
            <a:ext cx="13716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Outcome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2743200"/>
            <a:ext cx="1965960" cy="10972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Depends on labs, timing, health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92040"/>
            <a:ext cx="10332720" cy="530352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Important: More signal is not automatically better. Too much, too long, or poorly timed can become noise.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AFC8E6"/>
                </a:solidFill>
                <a:latin typeface="Aptos"/>
              </a:rPr>
              <a:t>CrossFit Blaze • Educational framework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AFC8E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686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3600" b="1">
                <a:solidFill>
                  <a:srgbClr val="1D1D1F"/>
                </a:solidFill>
                <a:latin typeface="Aptos"/>
              </a:rPr>
              <a:t>Quality + Safety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9875520" cy="32918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86870"/>
                </a:solidFill>
                <a:latin typeface="Aptos"/>
              </a:rPr>
              <a:t>Good clinic discussion should slow people down, not hype them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00200"/>
            <a:ext cx="34290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" y="1801368"/>
            <a:ext cx="530352" cy="365760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84708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792224"/>
            <a:ext cx="23774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Source &amp; purity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86000"/>
            <a:ext cx="2971800" cy="19659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Source matters. Purity, storage, handling, heat, light, and contamination can degrade the “message.”</a:t>
            </a:r>
            <a:br/>
            <a:br/>
            <a:r>
              <a:t>Verify supplier claims before repeating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00200"/>
            <a:ext cx="34290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801368"/>
            <a:ext cx="530352" cy="3657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84708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792224"/>
            <a:ext cx="23774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Regulatory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86000"/>
            <a:ext cx="2971800" cy="19659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Rules vary by country, sport, and compound. Many peptides are not approved medicines. Compliance can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00200"/>
            <a:ext cx="34290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1801368"/>
            <a:ext cx="530352" cy="36576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84708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1976" y="1792224"/>
            <a:ext cx="23774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Professional oversight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286000"/>
            <a:ext cx="2971800" cy="19659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Use labs, history, medications, contraindications, and qualified guidance. Avoid internet protocol copy/paste.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105156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DC2626"/>
                </a:solidFill>
                <a:latin typeface="Aptos"/>
              </a:rPr>
              <a:t>Keep disclaimer visible: “Educational only — not medical advice. Individual assessment required.”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86870"/>
                </a:solidFill>
                <a:latin typeface="Aptos"/>
              </a:rPr>
              <a:t>CrossFit Blaze • Peptides &amp; Biohacking Q&amp;A • Educational only, not medical advice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868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868680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3600" b="1">
                <a:solidFill>
                  <a:srgbClr val="1D1D1F"/>
                </a:solidFill>
                <a:latin typeface="Aptos"/>
              </a:rPr>
              <a:t>Slide Edits to Add to the Main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9875520" cy="329184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686870"/>
                </a:solidFill>
                <a:latin typeface="Aptos"/>
              </a:rPr>
              <a:t>Use these as inserts or speaker talking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1618488"/>
            <a:ext cx="530352" cy="365760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66420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9344"/>
            <a:ext cx="402336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Add before peptide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61772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Define peptides as cellular text messages; compare peptides vs. proteins.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9088" y="1618488"/>
            <a:ext cx="530352" cy="365760"/>
          </a:xfrm>
          <a:prstGeom prst="roundRect">
            <a:avLst/>
          </a:prstGeom>
          <a:solidFill>
            <a:srgbClr val="4DC3FF"/>
          </a:solidFill>
          <a:ln>
            <a:solidFill>
              <a:srgbClr val="4D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66420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609344"/>
            <a:ext cx="402336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Add framework slide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61772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Use the 3-M Model: Message, Map, Moment.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" y="3127248"/>
            <a:ext cx="530352" cy="36576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317296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18104"/>
            <a:ext cx="402336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Edit safety slide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461772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Add: dose/timing matter; more is not better.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088" y="3127248"/>
            <a:ext cx="530352" cy="3657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3172968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118104"/>
            <a:ext cx="402336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Edit labs section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11880"/>
            <a:ext cx="461772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Tie labs to “Moment” — right signal, right person, right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3484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6968" y="4636007"/>
            <a:ext cx="530352" cy="365760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" y="4681727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626864"/>
            <a:ext cx="402336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Add quality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20640"/>
            <a:ext cx="461772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Source, purity, storage, heat/light/contamination affect peptide integrity.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43484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19088" y="4636007"/>
            <a:ext cx="530352" cy="365760"/>
          </a:xfrm>
          <a:prstGeom prst="round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4681727"/>
            <a:ext cx="310896" cy="2011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626864"/>
            <a:ext cx="402336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Aptos"/>
              </a:rPr>
              <a:t>Add closing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120640"/>
            <a:ext cx="461772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86870"/>
                </a:solidFill>
                <a:latin typeface="Aptos"/>
              </a:rPr>
              <a:t>Ask: can we explain the peptide in one clear sentence before considering it?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64008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86870"/>
                </a:solidFill>
                <a:latin typeface="Aptos"/>
              </a:rPr>
              <a:t>CrossFit Blaze • Peptides &amp; Biohacking Q&amp;A • Educational only, not medical advice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868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